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0"/>
    <a:srgbClr val="6B168D"/>
    <a:srgbClr val="A32C91"/>
    <a:srgbClr val="741185"/>
    <a:srgbClr val="4A06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A0658"/>
            </a:gs>
            <a:gs pos="40000">
              <a:srgbClr val="741185"/>
            </a:gs>
            <a:gs pos="69000">
              <a:srgbClr val="A32C91"/>
            </a:gs>
            <a:gs pos="100000">
              <a:srgbClr val="6B168D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371" y="2509580"/>
            <a:ext cx="7927258" cy="1610136"/>
          </a:xfrm>
        </p:spPr>
        <p:txBody>
          <a:bodyPr>
            <a:normAutofit/>
          </a:bodyPr>
          <a:lstStyle/>
          <a:p>
            <a:r>
              <a:rPr dirty="0" err="1">
                <a:solidFill>
                  <a:srgbClr val="FF6F00"/>
                </a:solidFill>
                <a:latin typeface="Calibri"/>
              </a:rPr>
              <a:t>Foodify</a:t>
            </a:r>
            <a:r>
              <a:rPr dirty="0">
                <a:solidFill>
                  <a:srgbClr val="FF6F00"/>
                </a:solidFill>
                <a:latin typeface="Calibri"/>
              </a:rPr>
              <a:t> – Online </a:t>
            </a:r>
            <a:r>
              <a:rPr dirty="0" err="1">
                <a:solidFill>
                  <a:srgbClr val="FF6F00"/>
                </a:solidFill>
                <a:latin typeface="Calibri"/>
              </a:rPr>
              <a:t>ételrendelő</a:t>
            </a:r>
            <a:r>
              <a:rPr dirty="0">
                <a:solidFill>
                  <a:srgbClr val="FF6F00"/>
                </a:solidFill>
                <a:latin typeface="Calibri"/>
              </a:rPr>
              <a:t>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406" y="4660489"/>
            <a:ext cx="7443020" cy="1376517"/>
          </a:xfrm>
        </p:spPr>
        <p:txBody>
          <a:bodyPr>
            <a:noAutofit/>
          </a:bodyPr>
          <a:lstStyle/>
          <a:p>
            <a:r>
              <a:rPr sz="2000" dirty="0" err="1">
                <a:solidFill>
                  <a:schemeClr val="bg1"/>
                </a:solidFill>
                <a:latin typeface="Calibri"/>
              </a:rPr>
              <a:t>Készítették</a:t>
            </a:r>
            <a:r>
              <a:rPr sz="2000" dirty="0">
                <a:solidFill>
                  <a:schemeClr val="bg1"/>
                </a:solidFill>
                <a:latin typeface="Calibri"/>
              </a:rPr>
              <a:t>: Molnár Erik, Tüske Adrián Dominik, Zima Zalán</a:t>
            </a:r>
            <a:br>
              <a:rPr lang="hu-HU" sz="2400" dirty="0">
                <a:solidFill>
                  <a:schemeClr val="bg1"/>
                </a:solidFill>
                <a:latin typeface="Calibri"/>
              </a:rPr>
            </a:b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000" dirty="0" err="1">
                <a:solidFill>
                  <a:schemeClr val="bg1"/>
                </a:solidFill>
                <a:latin typeface="Calibri"/>
              </a:rPr>
              <a:t>Miskolci</a:t>
            </a:r>
            <a:r>
              <a:rPr sz="2000" dirty="0">
                <a:solidFill>
                  <a:schemeClr val="bg1"/>
                </a:solidFill>
                <a:latin typeface="Calibri"/>
              </a:rPr>
              <a:t> SZC Kandó Kálmán </a:t>
            </a:r>
            <a:r>
              <a:rPr sz="2000" dirty="0" err="1">
                <a:solidFill>
                  <a:schemeClr val="bg1"/>
                </a:solidFill>
                <a:latin typeface="Calibri"/>
              </a:rPr>
              <a:t>Informatikai</a:t>
            </a:r>
            <a:r>
              <a:rPr sz="200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Calibri"/>
              </a:rPr>
              <a:t>Technikum</a:t>
            </a:r>
            <a:r>
              <a:rPr sz="2000" dirty="0">
                <a:solidFill>
                  <a:schemeClr val="bg1"/>
                </a:solidFill>
                <a:latin typeface="Calibri"/>
              </a:rPr>
              <a:t>, 2025</a:t>
            </a:r>
          </a:p>
        </p:txBody>
      </p:sp>
      <p:pic>
        <p:nvPicPr>
          <p:cNvPr id="4" name="Picture 3" descr="foodify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0" y="650875"/>
            <a:ext cx="11938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Célkitűzés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és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probléma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61187"/>
            <a:ext cx="8229600" cy="3264976"/>
          </a:xfrm>
        </p:spPr>
        <p:txBody>
          <a:bodyPr>
            <a:normAutofit/>
          </a:bodyPr>
          <a:lstStyle/>
          <a:p>
            <a:r>
              <a:rPr sz="2400" dirty="0" err="1">
                <a:solidFill>
                  <a:schemeClr val="bg1"/>
                </a:solidFill>
                <a:latin typeface="Calibri"/>
              </a:rPr>
              <a:t>Egyszerű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gyors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felhasználóbarát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ételrendelő</a:t>
            </a:r>
            <a:r>
              <a:rPr sz="2400" dirty="0">
                <a:solidFill>
                  <a:schemeClr val="bg1"/>
                </a:solidFill>
                <a:latin typeface="Calibri"/>
              </a:rPr>
              <a:t> platform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fejlesztése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>
                <a:solidFill>
                  <a:schemeClr val="bg1"/>
                </a:solidFill>
                <a:latin typeface="Calibri"/>
              </a:rPr>
              <a:t>Támogatja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az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éttermek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szabad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csatlakozását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 err="1">
                <a:solidFill>
                  <a:schemeClr val="bg1"/>
                </a:solidFill>
                <a:latin typeface="Calibri"/>
              </a:rPr>
              <a:t>Átlátható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rendeléskezelés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minimális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várakozási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idő</a:t>
            </a:r>
            <a:endParaRPr sz="240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Technológiai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71019"/>
            <a:ext cx="8229600" cy="3255144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Adatbázis: </a:t>
            </a:r>
            <a:r>
              <a:rPr lang="hu-HU" sz="2400" dirty="0" err="1">
                <a:solidFill>
                  <a:schemeClr val="bg1"/>
                </a:solidFill>
              </a:rPr>
              <a:t>MySQL</a:t>
            </a:r>
            <a:r>
              <a:rPr lang="hu-HU" sz="2400" dirty="0">
                <a:solidFill>
                  <a:schemeClr val="bg1"/>
                </a:solidFill>
              </a:rPr>
              <a:t>, </a:t>
            </a:r>
            <a:r>
              <a:rPr lang="hu-HU" sz="2400" dirty="0" err="1">
                <a:solidFill>
                  <a:schemeClr val="bg1"/>
                </a:solidFill>
              </a:rPr>
              <a:t>phpMyAdmin</a:t>
            </a:r>
            <a:endParaRPr lang="hu-HU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Backend: ASP.NET Core Web API, Entity Framework Core</a:t>
            </a:r>
            <a:endParaRPr lang="hu-HU" sz="2400" dirty="0">
              <a:solidFill>
                <a:schemeClr val="bg1"/>
              </a:solidFill>
            </a:endParaRPr>
          </a:p>
          <a:p>
            <a:r>
              <a:rPr sz="2400" dirty="0">
                <a:solidFill>
                  <a:schemeClr val="bg1"/>
                </a:solidFill>
                <a:latin typeface="Calibri"/>
              </a:rPr>
              <a:t>Frontend: React, Bootstrap, HTML, CSS, JavaScript</a:t>
            </a:r>
          </a:p>
          <a:p>
            <a:r>
              <a:rPr sz="2400" dirty="0" err="1">
                <a:solidFill>
                  <a:schemeClr val="bg1"/>
                </a:solidFill>
                <a:latin typeface="Calibri"/>
              </a:rPr>
              <a:t>Eszközök</a:t>
            </a:r>
            <a:r>
              <a:rPr sz="2400" dirty="0">
                <a:solidFill>
                  <a:schemeClr val="bg1"/>
                </a:solidFill>
                <a:latin typeface="Calibri"/>
              </a:rPr>
              <a:t>: Visual Studio, VS Code, GitHub, XAMPP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F390962-7C0C-1E44-A01E-2723756AB1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70" y="5032084"/>
            <a:ext cx="719455" cy="7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8B5F928-5F3C-2CF1-F79B-CD567EF6E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732" y="5032084"/>
            <a:ext cx="719455" cy="77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Kép 8" descr="React (JavaScript library) - Wikipedia">
            <a:extLst>
              <a:ext uri="{FF2B5EF4-FFF2-40B4-BE49-F238E27FC236}">
                <a16:creationId xmlns:a16="http://schemas.microsoft.com/office/drawing/2014/main" id="{E5519833-FA2C-1DBA-E599-9F733B09A6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015" y="5094948"/>
            <a:ext cx="719455" cy="65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1E7DE7DF-0205-886B-B470-80CAEBBF3B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145" y="5331805"/>
            <a:ext cx="1235710" cy="179705"/>
          </a:xfrm>
          <a:prstGeom prst="rect">
            <a:avLst/>
          </a:prstGeom>
          <a:noFill/>
        </p:spPr>
      </p:pic>
      <p:pic>
        <p:nvPicPr>
          <p:cNvPr id="13" name="Kép 12" descr="Is Entity Framework Core still the way to go for your data needs? -  OnMSFT.com">
            <a:extLst>
              <a:ext uri="{FF2B5EF4-FFF2-40B4-BE49-F238E27FC236}">
                <a16:creationId xmlns:a16="http://schemas.microsoft.com/office/drawing/2014/main" id="{76DD6B66-20BA-B14D-EDD9-1B537A9311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395" y="4990480"/>
            <a:ext cx="1103630" cy="827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Főbb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funkciók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4374"/>
            <a:ext cx="8229600" cy="3451789"/>
          </a:xfrm>
        </p:spPr>
        <p:txBody>
          <a:bodyPr>
            <a:normAutofit/>
          </a:bodyPr>
          <a:lstStyle/>
          <a:p>
            <a:r>
              <a:rPr sz="2400" dirty="0" err="1">
                <a:solidFill>
                  <a:schemeClr val="bg1"/>
                </a:solidFill>
                <a:latin typeface="Calibri"/>
              </a:rPr>
              <a:t>Regisztráció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bejelentkezés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jelszó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visszaállítás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 err="1">
                <a:solidFill>
                  <a:schemeClr val="bg1"/>
                </a:solidFill>
                <a:latin typeface="Calibri"/>
              </a:rPr>
              <a:t>Éttermek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és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menük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megtekintése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rendelés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lang="hu-HU" sz="2400" dirty="0">
                <a:solidFill>
                  <a:schemeClr val="bg1"/>
                </a:solidFill>
                <a:latin typeface="Calibri"/>
              </a:rPr>
              <a:t>Kosár, rendelési összesítő, sikeres vásárlás visszajelzés</a:t>
            </a:r>
          </a:p>
          <a:p>
            <a:r>
              <a:rPr sz="2400" dirty="0" err="1">
                <a:solidFill>
                  <a:schemeClr val="bg1"/>
                </a:solidFill>
                <a:latin typeface="Calibri"/>
              </a:rPr>
              <a:t>Saját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fiók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kezelése</a:t>
            </a:r>
            <a:r>
              <a:rPr sz="2400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szállítási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cím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módosítása</a:t>
            </a:r>
            <a:endParaRPr sz="240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Fejlesztési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folyamat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02194"/>
            <a:ext cx="8229600" cy="3323969"/>
          </a:xfrm>
        </p:spPr>
        <p:txBody>
          <a:bodyPr>
            <a:normAutofit/>
          </a:bodyPr>
          <a:lstStyle/>
          <a:p>
            <a:r>
              <a:rPr lang="hu-HU" sz="2400" dirty="0" err="1">
                <a:solidFill>
                  <a:schemeClr val="bg1"/>
                </a:solidFill>
                <a:latin typeface="Calibri"/>
              </a:rPr>
              <a:t>Scrum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módszertan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>
                <a:solidFill>
                  <a:schemeClr val="bg1"/>
                </a:solidFill>
                <a:latin typeface="Calibri"/>
              </a:rPr>
              <a:t>Git + GitHub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verziókezelés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 err="1">
                <a:solidFill>
                  <a:schemeClr val="bg1"/>
                </a:solidFill>
                <a:latin typeface="Calibri"/>
              </a:rPr>
              <a:t>Fejlesztői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környezet</a:t>
            </a:r>
            <a:r>
              <a:rPr sz="2400" dirty="0">
                <a:solidFill>
                  <a:schemeClr val="bg1"/>
                </a:solidFill>
                <a:latin typeface="Calibri"/>
              </a:rPr>
              <a:t>: Visual Studio, VS Code</a:t>
            </a:r>
          </a:p>
          <a:p>
            <a:r>
              <a:rPr sz="2400" dirty="0">
                <a:solidFill>
                  <a:schemeClr val="bg1"/>
                </a:solidFill>
                <a:latin typeface="Calibri"/>
              </a:rPr>
              <a:t>GitHub-on</a:t>
            </a:r>
            <a:r>
              <a:rPr lang="hu-HU" sz="2400" dirty="0">
                <a:solidFill>
                  <a:schemeClr val="bg1"/>
                </a:solidFill>
                <a:latin typeface="Calibri"/>
              </a:rPr>
              <a:t> és </a:t>
            </a:r>
            <a:r>
              <a:rPr lang="hu-HU" sz="2400" dirty="0" err="1">
                <a:solidFill>
                  <a:schemeClr val="bg1"/>
                </a:solidFill>
                <a:latin typeface="Calibri"/>
              </a:rPr>
              <a:t>Trello</a:t>
            </a:r>
            <a:r>
              <a:rPr lang="hu-HU" sz="2400" dirty="0">
                <a:solidFill>
                  <a:schemeClr val="bg1"/>
                </a:solidFill>
                <a:latin typeface="Calibri"/>
              </a:rPr>
              <a:t>-n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keresztüli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együttműködés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és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feladatkezelés</a:t>
            </a:r>
            <a:endParaRPr sz="240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4" name="Kép 3" descr="Visual Studio Code icon PNG and SVG Vector Free Download">
            <a:extLst>
              <a:ext uri="{FF2B5EF4-FFF2-40B4-BE49-F238E27FC236}">
                <a16:creationId xmlns:a16="http://schemas.microsoft.com/office/drawing/2014/main" id="{B9422BE8-30B9-3EFA-E412-8CDD15627C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53" y="5053456"/>
            <a:ext cx="721995" cy="7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Kép 4" descr="Visual Studio logo and symbol, meaning, history, PNG">
            <a:extLst>
              <a:ext uri="{FF2B5EF4-FFF2-40B4-BE49-F238E27FC236}">
                <a16:creationId xmlns:a16="http://schemas.microsoft.com/office/drawing/2014/main" id="{67D5F6AB-C7E9-38D3-3651-35B15A0FE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56" y="5053456"/>
            <a:ext cx="1279525" cy="7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802C5BE-484B-A4EE-51E8-95AEB7D8A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420" y="4872493"/>
            <a:ext cx="2674374" cy="1081377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ED468522-860E-72F3-C74E-7FF752D7C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466" y="5001840"/>
            <a:ext cx="2674374" cy="822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Adatbázis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és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struktúra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41523"/>
            <a:ext cx="8229600" cy="3284640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  <a:latin typeface="Calibri"/>
              </a:rPr>
              <a:t>MySQL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alapú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relációs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adatbázis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>
                <a:solidFill>
                  <a:schemeClr val="bg1"/>
                </a:solidFill>
                <a:latin typeface="Calibri"/>
              </a:rPr>
              <a:t>phpMyAdmin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kezelőfelület</a:t>
            </a:r>
            <a:endParaRPr sz="2400" dirty="0">
              <a:solidFill>
                <a:schemeClr val="bg1"/>
              </a:solidFill>
              <a:latin typeface="Calibri"/>
            </a:endParaRPr>
          </a:p>
          <a:p>
            <a:r>
              <a:rPr sz="2400" dirty="0" err="1">
                <a:solidFill>
                  <a:schemeClr val="bg1"/>
                </a:solidFill>
                <a:latin typeface="Calibri"/>
              </a:rPr>
              <a:t>Felhasználói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fiókok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és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rendelések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kapcsolt</a:t>
            </a:r>
            <a:r>
              <a:rPr sz="240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tárolása</a:t>
            </a:r>
            <a:endParaRPr sz="240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4" name="Kép 3" descr="MySQL Logo Vector (1) – Brands Logos">
            <a:extLst>
              <a:ext uri="{FF2B5EF4-FFF2-40B4-BE49-F238E27FC236}">
                <a16:creationId xmlns:a16="http://schemas.microsoft.com/office/drawing/2014/main" id="{3590BC74-73D9-47F9-A9D2-96AD7649A4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258" y="4751163"/>
            <a:ext cx="1066448" cy="10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7616060-E664-20A4-9D59-14483E717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845" y="4807320"/>
            <a:ext cx="941103" cy="95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Főoldal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fool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63" y="1951703"/>
            <a:ext cx="8511674" cy="4055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Navigációs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sáv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8FA396B-7B83-F468-8939-ED33F6DD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" y="2906616"/>
            <a:ext cx="8858865" cy="1044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Bejelentkezés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bejelentke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543825"/>
            <a:ext cx="5958348" cy="5039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Regisztráció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regisztra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676" y="1417763"/>
            <a:ext cx="3942648" cy="5165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Elfelejtett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jelszó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elfelejte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44" y="1535844"/>
            <a:ext cx="5933911" cy="5047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Saját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fiók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sajatfi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502" y="1417637"/>
            <a:ext cx="2913833" cy="53070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Éttermek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listázása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osszesette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2" y="1902542"/>
            <a:ext cx="8880576" cy="4242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Rendelési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felület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rende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9" y="1761767"/>
            <a:ext cx="8896861" cy="4235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6F00"/>
                </a:solidFill>
                <a:latin typeface="Calibri"/>
              </a:rPr>
              <a:t>Kosár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és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összesítő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ko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24" y="1691827"/>
            <a:ext cx="3679551" cy="4891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  <a:latin typeface="Calibri"/>
              </a:rPr>
              <a:t>Sikeres</a:t>
            </a:r>
            <a:r>
              <a:rPr sz="3600" b="1" dirty="0">
                <a:solidFill>
                  <a:srgbClr val="FF6F0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FF6F00"/>
                </a:solidFill>
                <a:latin typeface="Calibri"/>
              </a:rPr>
              <a:t>rendelés</a:t>
            </a:r>
            <a:endParaRPr sz="3600" b="1" dirty="0">
              <a:solidFill>
                <a:srgbClr val="FF6F00"/>
              </a:solidFill>
              <a:latin typeface="Calibri"/>
            </a:endParaRPr>
          </a:p>
        </p:txBody>
      </p:sp>
      <p:pic>
        <p:nvPicPr>
          <p:cNvPr id="3" name="Picture 2" descr="sikeresrende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78077"/>
            <a:ext cx="7315200" cy="4611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 err="1">
                <a:solidFill>
                  <a:srgbClr val="FF6F00"/>
                </a:solidFill>
              </a:rPr>
              <a:t>Összegzés</a:t>
            </a:r>
            <a:endParaRPr sz="3600" b="1" dirty="0">
              <a:solidFill>
                <a:srgbClr val="FF6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0414"/>
            <a:ext cx="8229600" cy="3805750"/>
          </a:xfrm>
        </p:spPr>
        <p:txBody>
          <a:bodyPr/>
          <a:lstStyle/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  <a:p>
            <a:r>
              <a:rPr sz="2400" dirty="0" err="1">
                <a:solidFill>
                  <a:schemeClr val="bg1"/>
                </a:solidFill>
              </a:rPr>
              <a:t>Felhasználóbarát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felület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gyors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rendelés</a:t>
            </a:r>
            <a:r>
              <a:rPr lang="hu-HU" sz="2400" dirty="0">
                <a:solidFill>
                  <a:schemeClr val="bg1"/>
                </a:solidFill>
              </a:rPr>
              <a:t>, reszponzív felület</a:t>
            </a:r>
            <a:endParaRPr sz="2400" dirty="0">
              <a:solidFill>
                <a:schemeClr val="bg1"/>
              </a:solidFill>
            </a:endParaRPr>
          </a:p>
          <a:p>
            <a:r>
              <a:rPr sz="2400" dirty="0">
                <a:solidFill>
                  <a:schemeClr val="bg1"/>
                </a:solidFill>
              </a:rPr>
              <a:t>Modern </a:t>
            </a:r>
            <a:r>
              <a:rPr sz="2400" dirty="0" err="1">
                <a:solidFill>
                  <a:schemeClr val="bg1"/>
                </a:solidFill>
              </a:rPr>
              <a:t>technológiai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háttér</a:t>
            </a:r>
            <a:r>
              <a:rPr sz="2400" dirty="0">
                <a:solidFill>
                  <a:schemeClr val="bg1"/>
                </a:solidFill>
              </a:rPr>
              <a:t>: React, ASP.NET Core, MySQL</a:t>
            </a:r>
          </a:p>
          <a:p>
            <a:r>
              <a:rPr sz="2400" dirty="0" err="1">
                <a:solidFill>
                  <a:schemeClr val="bg1"/>
                </a:solidFill>
              </a:rPr>
              <a:t>Könnyen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bővíthető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új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éttermek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integrálhatók</a:t>
            </a:r>
            <a:endParaRPr sz="2400" dirty="0">
              <a:solidFill>
                <a:schemeClr val="bg1"/>
              </a:solidFill>
            </a:endParaRPr>
          </a:p>
          <a:p>
            <a:r>
              <a:rPr sz="2400" dirty="0" err="1">
                <a:solidFill>
                  <a:schemeClr val="bg1"/>
                </a:solidFill>
              </a:rPr>
              <a:t>Csapatmunka</a:t>
            </a:r>
            <a:r>
              <a:rPr sz="2400" dirty="0">
                <a:solidFill>
                  <a:schemeClr val="bg1"/>
                </a:solidFill>
              </a:rPr>
              <a:t>, agilis </a:t>
            </a:r>
            <a:r>
              <a:rPr sz="2400" dirty="0" err="1">
                <a:solidFill>
                  <a:schemeClr val="bg1"/>
                </a:solidFill>
              </a:rPr>
              <a:t>fejlesztés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verziókezelés</a:t>
            </a:r>
            <a:r>
              <a:rPr sz="2400" dirty="0">
                <a:solidFill>
                  <a:schemeClr val="bg1"/>
                </a:solidFill>
              </a:rPr>
              <a:t> GitHub-on</a:t>
            </a:r>
          </a:p>
          <a:p>
            <a:r>
              <a:rPr sz="2400" dirty="0" err="1">
                <a:solidFill>
                  <a:schemeClr val="bg1"/>
                </a:solidFill>
              </a:rPr>
              <a:t>További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fejlesztések</a:t>
            </a:r>
            <a:r>
              <a:rPr sz="2400" dirty="0">
                <a:solidFill>
                  <a:schemeClr val="bg1"/>
                </a:solidFill>
              </a:rPr>
              <a:t> a </a:t>
            </a:r>
            <a:r>
              <a:rPr sz="2400" dirty="0" err="1">
                <a:solidFill>
                  <a:schemeClr val="bg1"/>
                </a:solidFill>
              </a:rPr>
              <a:t>jövőben</a:t>
            </a:r>
            <a:r>
              <a:rPr lang="hu-HU" sz="2400" dirty="0">
                <a:solidFill>
                  <a:schemeClr val="bg1"/>
                </a:solidFill>
              </a:rPr>
              <a:t>:</a:t>
            </a:r>
            <a:r>
              <a:rPr sz="2400" dirty="0">
                <a:solidFill>
                  <a:schemeClr val="bg1"/>
                </a:solidFill>
              </a:rPr>
              <a:t> email</a:t>
            </a:r>
            <a:r>
              <a:rPr lang="hu-HU" sz="2400" dirty="0">
                <a:solidFill>
                  <a:schemeClr val="bg1"/>
                </a:solidFill>
              </a:rPr>
              <a:t> értesítés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előzmények</a:t>
            </a:r>
            <a:r>
              <a:rPr lang="hu-HU" sz="2400" dirty="0">
                <a:solidFill>
                  <a:schemeClr val="bg1"/>
                </a:solidFill>
              </a:rPr>
              <a:t> kezelése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lang="hu-HU" sz="2400" dirty="0">
                <a:solidFill>
                  <a:schemeClr val="bg1"/>
                </a:solidFill>
              </a:rPr>
              <a:t>éttermek bővítése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4" name="Picture 3" descr="foodify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88938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220</Words>
  <Application>Microsoft Office PowerPoint</Application>
  <PresentationFormat>Diavetítés a képernyőre (4:3 oldalarány)</PresentationFormat>
  <Paragraphs>43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Foodify – Online ételrendelő platform</vt:lpstr>
      <vt:lpstr>Célkitűzés és probléma</vt:lpstr>
      <vt:lpstr>Technológiai stack</vt:lpstr>
      <vt:lpstr>Főbb funkciók</vt:lpstr>
      <vt:lpstr>Fejlesztési folyamat</vt:lpstr>
      <vt:lpstr>Adatbázis és struktúra</vt:lpstr>
      <vt:lpstr>Főoldal</vt:lpstr>
      <vt:lpstr>Navigációs sáv</vt:lpstr>
      <vt:lpstr>Bejelentkezés</vt:lpstr>
      <vt:lpstr>Regisztráció</vt:lpstr>
      <vt:lpstr>Elfelejtett jelszó</vt:lpstr>
      <vt:lpstr>Saját fiók</vt:lpstr>
      <vt:lpstr>Éttermek listázása</vt:lpstr>
      <vt:lpstr>Rendelési felület</vt:lpstr>
      <vt:lpstr>Kosár és összesítő</vt:lpstr>
      <vt:lpstr>Sikeres rendelés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Tüske Adrián Dominik</cp:lastModifiedBy>
  <cp:revision>7</cp:revision>
  <dcterms:created xsi:type="dcterms:W3CDTF">2013-01-27T09:14:16Z</dcterms:created>
  <dcterms:modified xsi:type="dcterms:W3CDTF">2025-04-09T09:10:30Z</dcterms:modified>
  <cp:category/>
</cp:coreProperties>
</file>